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45938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28404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5680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98763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30680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57594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8815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27834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9306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70228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46858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PE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0FA090-4CAB-4F85-9E84-BBB0B9C6EF32}" type="datetimeFigureOut">
              <a:rPr lang="es-PE" smtClean="0"/>
              <a:t>6/11/2025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65DC9-4C28-47DE-9FA2-B396CF824858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3647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Regresión logística en </a:t>
            </a:r>
            <a:r>
              <a:rPr lang="es-MX" dirty="0" err="1" smtClean="0"/>
              <a:t>python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Magister Víctor Andrade Soto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133348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Descripción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s-MX" dirty="0"/>
              <a:t>E</a:t>
            </a:r>
            <a:r>
              <a:rPr lang="es-MX" dirty="0" smtClean="0"/>
              <a:t>n Python se puede usar un archivo Excel con las columnas de variables X e Y. Las variables X serán tus características de entrada, y </a:t>
            </a:r>
            <a:r>
              <a:rPr lang="es-MX" dirty="0" err="1" smtClean="0"/>
              <a:t>Y</a:t>
            </a:r>
            <a:r>
              <a:rPr lang="es-MX" dirty="0" smtClean="0"/>
              <a:t> será la variable binaria (0 o 1) que deseas predecir. Para resolver la regresión logística en Python, se puede utilizar librerías como pandas para manejar los datos, </a:t>
            </a:r>
            <a:r>
              <a:rPr lang="es-MX" dirty="0" err="1" smtClean="0"/>
              <a:t>numpy</a:t>
            </a:r>
            <a:r>
              <a:rPr lang="es-MX" dirty="0" smtClean="0"/>
              <a:t> para realizar cálculos y </a:t>
            </a:r>
            <a:r>
              <a:rPr lang="es-MX" dirty="0" err="1" smtClean="0"/>
              <a:t>scikit-learn</a:t>
            </a:r>
            <a:r>
              <a:rPr lang="es-MX" dirty="0" smtClean="0"/>
              <a:t> para crear el modelo de regresión logística. 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74415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Explicación del programa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s-MX" dirty="0" smtClean="0"/>
              <a:t>Cargar los datos: Se leerá el archivo Excel con los datos (Meses, Horas y Requerimiento).</a:t>
            </a:r>
          </a:p>
          <a:p>
            <a:pPr marL="0" indent="0" algn="just">
              <a:buNone/>
            </a:pPr>
            <a:r>
              <a:rPr lang="es-MX" dirty="0" smtClean="0"/>
              <a:t>Modelo de regresión logística: Se creará y entrenará el modelo de regresión logística utilizando </a:t>
            </a:r>
            <a:r>
              <a:rPr lang="es-MX" dirty="0" err="1" smtClean="0"/>
              <a:t>LogisticRegression</a:t>
            </a:r>
            <a:r>
              <a:rPr lang="es-MX" dirty="0" smtClean="0"/>
              <a:t> de </a:t>
            </a:r>
            <a:r>
              <a:rPr lang="es-MX" dirty="0" err="1" smtClean="0"/>
              <a:t>scikit-learn</a:t>
            </a:r>
            <a:r>
              <a:rPr lang="es-MX" dirty="0" smtClean="0"/>
              <a:t>.</a:t>
            </a:r>
          </a:p>
          <a:p>
            <a:pPr marL="0" indent="0" algn="just">
              <a:buNone/>
            </a:pPr>
            <a:r>
              <a:rPr lang="es-MX" dirty="0" smtClean="0"/>
              <a:t>Interfaz </a:t>
            </a:r>
            <a:r>
              <a:rPr lang="es-MX" dirty="0" err="1" smtClean="0"/>
              <a:t>Tkinter</a:t>
            </a:r>
            <a:r>
              <a:rPr lang="es-MX" dirty="0" smtClean="0"/>
              <a:t>: Se crearán campos de entrada para los valores de "Meses" y "Promedio de horas semanales".</a:t>
            </a:r>
          </a:p>
          <a:p>
            <a:pPr marL="0" indent="0" algn="just">
              <a:buNone/>
            </a:pPr>
            <a:r>
              <a:rPr lang="es-MX" dirty="0" smtClean="0"/>
              <a:t>Un botón de "Predecir Probabilidad" calculará la probabilidad utilizando el modelo entrenado y la muestra en la interfaz.</a:t>
            </a:r>
          </a:p>
          <a:p>
            <a:pPr marL="0" indent="0" algn="just">
              <a:buNone/>
            </a:pPr>
            <a:r>
              <a:rPr lang="es-MX" dirty="0" smtClean="0"/>
              <a:t>Los resultados se guardarán en un </a:t>
            </a:r>
            <a:r>
              <a:rPr lang="es-MX" dirty="0" err="1" smtClean="0"/>
              <a:t>Treeview</a:t>
            </a:r>
            <a:r>
              <a:rPr lang="es-MX" dirty="0" smtClean="0"/>
              <a:t> con tres columnas: "Meses", "Horas" y "Probabilidad".</a:t>
            </a:r>
          </a:p>
          <a:p>
            <a:pPr marL="0" indent="0" algn="just">
              <a:buNone/>
            </a:pPr>
            <a:r>
              <a:rPr lang="es-MX" dirty="0" smtClean="0"/>
              <a:t>Un botón "Exportar a Excel" permitirá exportar los datos del </a:t>
            </a:r>
            <a:r>
              <a:rPr lang="es-MX" dirty="0" err="1" smtClean="0"/>
              <a:t>Treeview</a:t>
            </a:r>
            <a:r>
              <a:rPr lang="es-MX" dirty="0" smtClean="0"/>
              <a:t> a un archivo Excel.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382341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Paso 1: Instalación de dependencias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MX" dirty="0" smtClean="0"/>
              <a:t>Asegúrate de tener las siguientes librerías instaladas en tu entorno de </a:t>
            </a:r>
            <a:r>
              <a:rPr lang="es-MX" dirty="0" err="1" smtClean="0"/>
              <a:t>Thonny</a:t>
            </a:r>
            <a:r>
              <a:rPr lang="es-MX" dirty="0" smtClean="0"/>
              <a:t> y que el archivo se encuentre en la misma ruta que el </a:t>
            </a:r>
            <a:r>
              <a:rPr lang="es-MX" dirty="0" err="1" smtClean="0"/>
              <a:t>excel</a:t>
            </a:r>
            <a:r>
              <a:rPr lang="es-MX" dirty="0" smtClean="0"/>
              <a:t>:</a:t>
            </a:r>
          </a:p>
          <a:p>
            <a:pPr marL="0" indent="0">
              <a:buNone/>
            </a:pPr>
            <a:r>
              <a:rPr lang="es-PE" dirty="0" smtClean="0"/>
              <a:t>!</a:t>
            </a:r>
            <a:r>
              <a:rPr lang="es-PE" dirty="0" err="1" smtClean="0"/>
              <a:t>pip</a:t>
            </a:r>
            <a:r>
              <a:rPr lang="es-PE" dirty="0" smtClean="0"/>
              <a:t> </a:t>
            </a:r>
            <a:r>
              <a:rPr lang="es-PE" dirty="0" err="1" smtClean="0"/>
              <a:t>install</a:t>
            </a:r>
            <a:r>
              <a:rPr lang="es-PE" dirty="0" smtClean="0"/>
              <a:t> pandas </a:t>
            </a:r>
            <a:r>
              <a:rPr lang="es-PE" dirty="0" err="1" smtClean="0"/>
              <a:t>numpy</a:t>
            </a:r>
            <a:r>
              <a:rPr lang="es-PE" dirty="0" smtClean="0"/>
              <a:t> </a:t>
            </a:r>
            <a:r>
              <a:rPr lang="es-PE" dirty="0" err="1" smtClean="0"/>
              <a:t>scikit-learn</a:t>
            </a:r>
            <a:r>
              <a:rPr lang="es-PE" dirty="0" smtClean="0"/>
              <a:t> </a:t>
            </a:r>
            <a:r>
              <a:rPr lang="es-PE" dirty="0" err="1" smtClean="0"/>
              <a:t>openpyxl</a:t>
            </a:r>
            <a:endParaRPr lang="es-PE" dirty="0" smtClean="0"/>
          </a:p>
          <a:p>
            <a:pPr marL="0" indent="0">
              <a:buNone/>
            </a:pP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8441283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Paso 2: Código</a:t>
            </a:r>
            <a:endParaRPr lang="es-PE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0243" y="1825625"/>
            <a:ext cx="683151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31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978" y="1137986"/>
            <a:ext cx="10515600" cy="3780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903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978" y="1759231"/>
            <a:ext cx="10515600" cy="2974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93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11510" y="928003"/>
            <a:ext cx="962064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64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644" y="1243001"/>
            <a:ext cx="10515600" cy="360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036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Análisis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MX" dirty="0" smtClean="0"/>
              <a:t>El problema con este modelo es que está basado en pocos datos y la predicción se hace en base a todos los datos, no teniendo en modelo de machine </a:t>
            </a:r>
            <a:r>
              <a:rPr lang="es-MX" dirty="0" err="1" smtClean="0"/>
              <a:t>learning</a:t>
            </a:r>
            <a:r>
              <a:rPr lang="es-MX" dirty="0" smtClean="0"/>
              <a:t> realmente.</a:t>
            </a:r>
          </a:p>
          <a:p>
            <a:pPr marL="0" indent="0" algn="just">
              <a:buNone/>
            </a:pPr>
            <a:r>
              <a:rPr lang="es-MX" dirty="0" smtClean="0"/>
              <a:t>Para superar esto vamos a tomar los valores mínimos y máximos de ambas X y generar series aleatorias que sigan una función de probabilidad </a:t>
            </a:r>
            <a:r>
              <a:rPr lang="es-MX" dirty="0" err="1" smtClean="0"/>
              <a:t>unifome</a:t>
            </a:r>
            <a:r>
              <a:rPr lang="es-MX" dirty="0" smtClean="0"/>
              <a:t>. Al hacer </a:t>
            </a:r>
            <a:r>
              <a:rPr lang="es-MX" dirty="0" err="1" smtClean="0"/>
              <a:t>click</a:t>
            </a:r>
            <a:r>
              <a:rPr lang="es-MX" dirty="0" smtClean="0"/>
              <a:t> se ejecutará una simulación y se mostrarán los </a:t>
            </a:r>
            <a:r>
              <a:rPr lang="es-MX" dirty="0" err="1" smtClean="0"/>
              <a:t>prmoedios</a:t>
            </a:r>
            <a:r>
              <a:rPr lang="es-MX" dirty="0" smtClean="0"/>
              <a:t> de ambas X y los resultados del entrenamiento del 80% de los datos y los resultados la prueba del 20% de los datos. Y se asignará aleatoriamente. Si las diferencias entre test y </a:t>
            </a:r>
            <a:r>
              <a:rPr lang="es-MX" dirty="0" err="1" smtClean="0"/>
              <a:t>train</a:t>
            </a:r>
            <a:r>
              <a:rPr lang="es-MX" dirty="0" smtClean="0"/>
              <a:t> son significativas mostrará 1 sino lo son mostrará 0. Se asume que el equipo será requerido y las diferencias no son significativas y los resultados del test están por encima del 50%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114089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Interface</a:t>
            </a:r>
            <a:endParaRPr lang="es-PE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26657" y="1825625"/>
            <a:ext cx="833868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916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Código</a:t>
            </a:r>
            <a:endParaRPr lang="es-PE" dirty="0"/>
          </a:p>
        </p:txBody>
      </p:sp>
      <p:pic>
        <p:nvPicPr>
          <p:cNvPr id="6" name="Marcador de contenido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6791" y="1825625"/>
            <a:ext cx="817841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275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576" y="956345"/>
            <a:ext cx="10415960" cy="4977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9359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6702" y="1011893"/>
            <a:ext cx="91482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50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220" y="743445"/>
            <a:ext cx="11028129" cy="4667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643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395</Words>
  <Application>Microsoft Office PowerPoint</Application>
  <PresentationFormat>Panorámica</PresentationFormat>
  <Paragraphs>20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Tema de Office</vt:lpstr>
      <vt:lpstr>Regresión logística en python</vt:lpstr>
      <vt:lpstr>Descripción</vt:lpstr>
      <vt:lpstr>Explicación del programa</vt:lpstr>
      <vt:lpstr>Paso 1: Instalación de dependencias</vt:lpstr>
      <vt:lpstr>Paso 2: Código</vt:lpstr>
      <vt:lpstr>Presentación de PowerPoint</vt:lpstr>
      <vt:lpstr>Presentación de PowerPoint</vt:lpstr>
      <vt:lpstr>Presentación de PowerPoint</vt:lpstr>
      <vt:lpstr>Presentación de PowerPoint</vt:lpstr>
      <vt:lpstr>Análisis</vt:lpstr>
      <vt:lpstr>Interface</vt:lpstr>
      <vt:lpstr>Código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Regresión logística en python</dc:title>
  <dc:creator>DOCENTE - VICTOR GUILLERMO ANDRADE SOTO</dc:creator>
  <cp:lastModifiedBy>DOCENTE - VICTOR GUILLERMO ANDRADE SOTO</cp:lastModifiedBy>
  <cp:revision>4</cp:revision>
  <dcterms:created xsi:type="dcterms:W3CDTF">2025-11-06T14:53:38Z</dcterms:created>
  <dcterms:modified xsi:type="dcterms:W3CDTF">2025-11-06T15:47:30Z</dcterms:modified>
</cp:coreProperties>
</file>